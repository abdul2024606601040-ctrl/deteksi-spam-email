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Spam Email Layanan Kampus dengan Machine 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Bidang AI: Machine Learning (klasifikasi teks)  |  Studi kasus: Sistem dan Teknologi Informasi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Mahasiswa]  |  [NIM]  |  [Program Studi]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dan alasan memilih Machine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email masuk tiap hari ke layanan email kampus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dan phishing mencuri kata sandi dan data rekening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penting (ujian, UKT) tenggelam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manual sulit mengejar modus baru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Machine Learning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spam sulit ditulis sebagai aturan tetap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berlabel tersedia dari laporan pengguna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dapat dilatih ulang saat modus berubah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Tugasnya klasifikasi biner dengan metrik baku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dan cara kerja solusi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sintetis 3.000 email berbahasa Indonesia (spam 1.074, ham 1.926), berisi kasus sulit dan noise label 2%.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BE9EB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masuk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5146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22860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EEF3F9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22860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Bersihkan teks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22860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EEF3F9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22860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(1-2 kata)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5146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22860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EEF3F9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22860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klasifikasi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5146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22860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BE9EB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22860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atau Ham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Masukan: teks email  |  Keluaran: label spam/ham dan skor peluang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di Google Colab (Python)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Pembersihan: huruf kecil, tautan dan angka jadi token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data 80% latih, 20% uji (stratified)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pipeline TF-IDF +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dan 5-fold cross-validation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model dibandingkan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Pustaka: pandas, scikit-learn, matplotlib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 (600 email uji)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97,71%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 (5-fold)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TN 380, FP 5, FN 2, TP 213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model menghasilkan nilai yang sama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Ketujuh kesalahan berasal dari label yang sengaja dikacaukan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sintetis: angka tidak berlaku untuk email nyata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Manfaat, keterbatasan, risiko etika dan privasi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33832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masuk lebih bersih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phishing turun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helpdesk TI berkurang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68980" y="1280160"/>
            <a:ext cx="2606040" cy="33832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758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97580" y="192024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ada kesalahan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kualitas data dan label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teks, mudah dikelabui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pelatihan ulang berkala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1280160"/>
            <a:ext cx="2606040" cy="33832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etika/privasi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isi email pribadi (UU PDP)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email sah hilang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bahasa, kurang transparan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 karantina, audit, pengawasan manusia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dan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cocok untuk deteksi spam: pola berubah dan data berlabel tersedia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sintetis, Naive Bayes mencapai F1 98,38%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berikut: data email nyata yang dianonimkan, evaluasi berbasis waktu, fitur metadata pengirim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harus disertai kebijakan privasi dan pengawasan manusia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notebook deteksi_spam_email.ipynb  |  GitHub: [tempel tautan proyek]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2026-09-30T03:21:28Z</dcterms:created>
  <dcterms:modified xsi:type="dcterms:W3CDTF">2026-09-30T03:21:28Z</dcterms:modified>
</cp:coreProperties>
</file>